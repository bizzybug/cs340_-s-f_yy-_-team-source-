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43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abeth Valenti" userId="73613dc103f13fff" providerId="LiveId" clId="{705BB224-8B06-488A-8F36-289C29CE4F50}"/>
    <pc:docChg chg="custSel addSld modSld">
      <pc:chgData name="Elizabeth Valenti" userId="73613dc103f13fff" providerId="LiveId" clId="{705BB224-8B06-488A-8F36-289C29CE4F50}" dt="2025-04-05T15:56:46.982" v="1" actId="700"/>
      <pc:docMkLst>
        <pc:docMk/>
      </pc:docMkLst>
      <pc:sldChg chg="addSp delSp modSp new mod modClrScheme chgLayout">
        <pc:chgData name="Elizabeth Valenti" userId="73613dc103f13fff" providerId="LiveId" clId="{705BB224-8B06-488A-8F36-289C29CE4F50}" dt="2025-04-05T15:56:46.982" v="1" actId="700"/>
        <pc:sldMkLst>
          <pc:docMk/>
          <pc:sldMk cId="4127137012" sldId="256"/>
        </pc:sldMkLst>
        <pc:spChg chg="del mod ord">
          <ac:chgData name="Elizabeth Valenti" userId="73613dc103f13fff" providerId="LiveId" clId="{705BB224-8B06-488A-8F36-289C29CE4F50}" dt="2025-04-05T15:56:46.982" v="1" actId="700"/>
          <ac:spMkLst>
            <pc:docMk/>
            <pc:sldMk cId="4127137012" sldId="256"/>
            <ac:spMk id="2" creationId="{08E6D640-D1FF-0760-6091-D831E9318DCA}"/>
          </ac:spMkLst>
        </pc:spChg>
        <pc:spChg chg="del mod ord">
          <ac:chgData name="Elizabeth Valenti" userId="73613dc103f13fff" providerId="LiveId" clId="{705BB224-8B06-488A-8F36-289C29CE4F50}" dt="2025-04-05T15:56:46.982" v="1" actId="700"/>
          <ac:spMkLst>
            <pc:docMk/>
            <pc:sldMk cId="4127137012" sldId="256"/>
            <ac:spMk id="3" creationId="{09E6F731-17BA-F89C-BF5B-AAC09C04F23C}"/>
          </ac:spMkLst>
        </pc:spChg>
        <pc:spChg chg="add mod ord">
          <ac:chgData name="Elizabeth Valenti" userId="73613dc103f13fff" providerId="LiveId" clId="{705BB224-8B06-488A-8F36-289C29CE4F50}" dt="2025-04-05T15:56:46.982" v="1" actId="700"/>
          <ac:spMkLst>
            <pc:docMk/>
            <pc:sldMk cId="4127137012" sldId="256"/>
            <ac:spMk id="4" creationId="{70E23716-13B2-4F66-E82B-883B4BE200B2}"/>
          </ac:spMkLst>
        </pc:spChg>
        <pc:spChg chg="add mod ord">
          <ac:chgData name="Elizabeth Valenti" userId="73613dc103f13fff" providerId="LiveId" clId="{705BB224-8B06-488A-8F36-289C29CE4F50}" dt="2025-04-05T15:56:46.982" v="1" actId="700"/>
          <ac:spMkLst>
            <pc:docMk/>
            <pc:sldMk cId="4127137012" sldId="256"/>
            <ac:spMk id="5" creationId="{473188A5-D6F1-D274-CADC-46416812892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31C52-35D2-9FFF-57A4-22FE8447F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2C027-DB0D-27C9-2B2F-86B4D827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0C3BE-844E-6B32-5BFC-9483450B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D7FBA-D4A2-DDE5-1F7F-585F0372C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7A8E8-40AA-363F-0AD5-8AC92688F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1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0A37-B36D-9E61-1955-98D1EA01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7AC8F-0A8B-CD66-ABEB-95B4D7EEC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EEDBC-24B2-0DC1-2C40-9EF517FE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7C711-840D-BBCA-B390-70829819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A5B6F-D83F-2BB0-D5F6-28BCD676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3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8E13-2322-8EB8-27F9-B53014C3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46681-E55D-FCC6-AF44-C16ED0AAC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6A449-AF7E-F6CB-1AEA-745E7C3F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1128F-4DEE-F68B-62E5-D93DACDF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3393E-A452-6400-8D52-B5A1365A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9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1A2E-EC5B-FDF6-505E-8A617DAE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6940-48AC-3A14-E40B-B3645F469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0DE70-DDE9-AF17-B11E-2A2E7B9FC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8BC3-73FA-CF48-259E-528D3629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24EC9-B16D-FC43-ED22-D3490232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863EF-2107-5510-F228-A9D6E91F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2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A408-3BC6-EED4-20B8-8041FD0F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5BB17-B979-9AA0-F3E9-D62F0D930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00BBA-8E4D-5EE6-4917-590A28002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C7273-9281-8340-D4F8-A3D945E90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4E9F6-F0A1-4258-CACD-88AC17E13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36C8E-5AC6-4505-D9D3-FB1B2C08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1617B-5A40-43A8-666C-83018DA9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B2F98-56AF-CF22-966D-5BB04906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5CDA-0179-76DD-B4AB-C59349C3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1C0D3-6E49-AC47-1CED-A6B19B472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BDCBC-4B03-398B-BD4F-7CC46CC3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809D3-7BB5-57CD-32D1-FC6E70F28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2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B6426-ECB6-C4D8-1E65-366BB6F6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F318A9-60CE-3EC2-0303-FECB8AC4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22435-DE3C-1354-8989-FAB6879A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4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E287-597D-6CCF-7E7F-661BBDED4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93D3C-F039-4817-BF32-50A1494B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C3CE2-83CF-06A5-B787-CF6C4D36F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48D81-F5C3-66CF-4BEF-71F6FFD5C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41783-81B3-C00F-804A-63C9571C6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D2F7-F11E-4AC3-2712-DE0E1C14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91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0647-D69E-87BE-66EB-017B03F2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4039D-3D2D-0D71-E510-A0F0977E0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E25F8-2ED9-9C06-AB71-DCA83F431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137BA-F6ED-AFA1-97B0-2D531448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81B65-6A59-C3A6-B813-B17AD19F7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9AB03-D50C-9093-CA7A-9A573B4E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9E2D-DEDA-1699-0B6F-E10E5654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5D4C1-087E-437B-DD1A-0B34187D7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7E96A-68B1-7F30-64BC-29BFBA71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60792-2AB2-AF82-43B8-2E80AF5E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04661-A812-F5C7-52D2-DAD73205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9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F356E3-533A-067B-2894-C47CD58D9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24A11-BC25-D2B7-D9F8-633824BBB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8B136-3B6E-AC11-21D4-793E1751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E8032-9583-554B-9EAC-DFAFD8B5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0A689-AE87-F2A7-9960-B3090F8C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06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E0283-3F5E-29BA-6B25-366D50EB8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F5C3D-5A34-CD36-100D-CD9DE2CF1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69FE7-1231-F47C-BAB8-DBBAB6C75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AACF7-9F13-49B1-A7A7-2D7E80AFD8CC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3B83C-C323-F751-D02F-BE48570E5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915AF-DC92-1383-5330-B17C0880C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FEB3D-8342-480B-ADB0-C01956FAB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6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E23716-13B2-4F66-E82B-883B4BE2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3188A5-D6F1-D274-CADC-464168128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37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Valenti</dc:creator>
  <cp:lastModifiedBy>Elizabeth Valenti</cp:lastModifiedBy>
  <cp:revision>1</cp:revision>
  <dcterms:created xsi:type="dcterms:W3CDTF">2025-04-05T15:56:27Z</dcterms:created>
  <dcterms:modified xsi:type="dcterms:W3CDTF">2025-04-05T15:56:47Z</dcterms:modified>
</cp:coreProperties>
</file>